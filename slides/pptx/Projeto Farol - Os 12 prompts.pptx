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12 PROMPTS DA IMERSÃO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prompts,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só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0534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079375" y="1582301"/>
            <a:ext cx="62849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912296" y="1582301"/>
            <a:ext cx="769924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NASCE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22030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205348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segunda · analista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65078" y="1880744"/>
            <a:ext cx="8329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79375" y="1982341"/>
            <a:ext cx="6284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7999" y="1880744"/>
            <a:ext cx="763171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12296" y="1982341"/>
            <a:ext cx="769924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no navegador: bronze, SQL, dashboard e Genie sem curadoria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981" y="2316303"/>
            <a:ext cx="2203097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17900"/>
            <a:ext cx="205348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terça · engenheiro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65078" y="2316303"/>
            <a:ext cx="832921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79375" y="2417900"/>
            <a:ext cx="628499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a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7999" y="2316303"/>
            <a:ext cx="7631715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12296" y="2417900"/>
            <a:ext cx="769924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bundle, silver, gold, IA no texto e métrica (antes, um aquecimento: Python no notebook buscando uma API)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933428"/>
            <a:ext cx="22030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3035026"/>
            <a:ext cx="205348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quarta · cientista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65078" y="2933428"/>
            <a:ext cx="8329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79375" y="3035026"/>
            <a:ext cx="6284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a 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7999" y="2933428"/>
            <a:ext cx="763171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12296" y="3035026"/>
            <a:ext cx="769924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features, modelo, score e o dono perguntando: dashboard e Genie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981" y="3368988"/>
            <a:ext cx="2203097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470585"/>
            <a:ext cx="205348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quinta · engenheiro de 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65078" y="3368988"/>
            <a:ext cx="832921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079375" y="3470585"/>
            <a:ext cx="628499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a 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7999" y="3368988"/>
            <a:ext cx="7631715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912296" y="3470585"/>
            <a:ext cx="769924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de contratos, o app da Torre e as decisões no Lakebase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1981" y="408771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377" y="412580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prompt deixa algo novo no workspace. Antes do primeiro, um aquecimento sem IA: Python no notebook buscando uma API.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134050" y="6387940"/>
            <a:ext cx="30749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projeto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código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bundle vertice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projeto inteiro em arquivos: databricks.yml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vertice_farol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roda toda segunda às 6h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conferencia_bronze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confere as 9 tabelas antes de tudo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422662"/>
          </a:xfrm>
          <a:prstGeom prst="roundRect">
            <a:avLst>
              <a:gd name="adj" fmla="val 10712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ok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9 tabelas da bronze com as linhas esperadas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71693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75503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~40 s · todo o resto roda dentro deste job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105178" y="6387940"/>
            <a:ext cx="3375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três ferramentas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viram uma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987203"/>
          </a:xfrm>
          <a:prstGeom prst="roundRect">
            <a:avLst>
              <a:gd name="adj" fmla="val 766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vertice_medalhao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Lakeflow: você declara, ele acha a ordem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silver.tarefas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Excel + ClickUp + Project, mesmas colunas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+ 6 tabelas silver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projetos, status, custos, pessoas, timesheet, fornecedores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71942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636872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regras que param o pipeline se o dado quebrar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de 60 projetos. O custo não mudou: R$ 193,35 mi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420448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24258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 · a base de tudo que vem depois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102995" y="6387940"/>
            <a:ext cx="33978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gold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 ao dono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81527"/>
          </a:xfrm>
          <a:prstGeom prst="roundRect">
            <a:avLst>
              <a:gd name="adj" fmla="val 85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gold.projeto_situacao_atual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fotografia: um projeto, hoje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gold.fato_projeto_semana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filme: um projeto em cada sexta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gold.utilizacao_pessoa_semana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as pessoas: quem está parado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513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43119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testes_de_qualidade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10 testes que quebram o job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· 10 · 4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críticos, em atenção e melancias. R$ 6,47 mi de estouro previsto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399881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03691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~3 min · usada pelo modelo (noite 3) e pelo app (noite 4)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96348" y="6387940"/>
            <a:ext cx="34670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4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texto do status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coluna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gold.status_estruturado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causa, bloqueio, quem destrava, dias de impacto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ai_classify + ai_extract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IA dentro do 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4375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354998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status_com_ia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MERGE incremental: IA só no status novo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163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lidos pela IA em ~2 min. PRJ-011: falta de SRE há 12 semanas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92261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96071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 · a "causa" no app e no Genie da noite 4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097340" y="6387940"/>
            <a:ext cx="34566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5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KPI definido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 só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gold.mv_projetos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metric view: a fórmula, não o número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medidas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SPI, CPI, estouro, críticos, melancias…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metricas_governadas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última caixa do job da noite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 · 0,97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e CPI da carteira, iguais no SQL, no dashboard e no Genie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83709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87518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~10 s · o Genie da noite 4 lê daqui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096943" y="6387940"/>
            <a:ext cx="34608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6 DE 12 · NOITE 3 · QUARTA · CIENTISTA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descreve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que vai estourar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ml.features_projeto_semana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um projeto numa semana, só olhando para trás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alvos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estoura em 30 dias? e o quanto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4375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354998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ml_features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mais uma caixa no mesmo job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422662"/>
          </a:xfrm>
          <a:prstGeom prst="roundRect">
            <a:avLst>
              <a:gd name="adj" fmla="val 10712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linhas: cada uma é um "momento" de um projeto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92261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96071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~20 s · o schema ml é o laboratório do cientista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107361" y="6387940"/>
            <a:ext cx="33524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7 DE 12 · NOITE 3 · QUARTA · CIENTISTA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vale mais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a regra de hoje?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987203"/>
          </a:xfrm>
          <a:prstGeom prst="roundRect">
            <a:avLst>
              <a:gd name="adj" fmla="val 766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ml.modelo_estouro_30d @prod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modelo registrado no Unity Catalog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ml.modelo_metricas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modelo contra as regras simples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4375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354998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experimento no MLflow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cada treino anotado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71942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636872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ml_modelo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treina de novo toda segunda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 0,92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 0,50 da regra atual. 9 de 10 estouros achados 41 dias antes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420448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24258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 min · com teste contra vazamento (&lt; 0,98)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97439" y="6387940"/>
            <a:ext cx="34556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8 DE 12 · NOITE 3 · QUARTA · CIENTISTA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lista que o dono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abre na segunda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423456"/>
          </a:xfrm>
          <a:prstGeom prst="roundRect">
            <a:avLst>
              <a:gd name="adj" fmla="val 1070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gold.score_estouro_30d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probabilidade, ranking, faixa e motivos em português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ml_score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job sai de 5 para 8 tarefas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· 4 · 19</a:t>
            </a:r>
            <a:endParaRPr lang="en-US" sz="3300" dirty="0"/>
          </a:p>
        </p:txBody>
      </p:sp>
      <p:sp>
        <p:nvSpPr>
          <p:cNvPr id="16" name="Text 14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risco alto, médio e baixo. O PRJ-024 está ok hoje e tem 46% de estourar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1981" y="383709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377" y="387518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~45 s · a resposta da pergunta 4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097836" y="6387940"/>
            <a:ext cx="34515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9 DE 12 · NOITE 3 · QUARTA · CIENTISTA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dono pergunta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português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"Projeto Farol · Portfólio"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3 páginas: Portfólio, Pessoas, Fornecedores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"Farol · Diretoria"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com instruções de negócio e SQL de exemplo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4375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354998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20 perguntas com a resposta certa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de 20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 certas no benchmark. Na segunda ele errava as 4 do dono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92261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96071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~6 min · depois do score · dashboard e Genie como código no bundle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052593" y="6387940"/>
            <a:ext cx="39220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10 DE 12 · NOITE 4 · QUINTA · ENGENHEIRO DE 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agente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lê contrato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81527"/>
          </a:xfrm>
          <a:prstGeom prst="roundRect">
            <a:avLst>
              <a:gd name="adj" fmla="val 85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ai_parse_document + ai_extract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PDF vira linha e coluna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silver.contratos_clausulas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72 cláusulas dos 8 contratos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gold.contratos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um contrato por linha, com multa, SLA e renovação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513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43119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"Farol · Diretoria + Contratos"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responde em R$ e cita a cláusula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R$ 1,12 mi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multa cobrável da CodeForge. NuvemSul e DataPrime renovaram sozinhos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399881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03691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10 de 10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89601" y="6387940"/>
            <a:ext cx="3537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11 DE 12 · NOITE 4 · QUINTA · ENGENHEIRO DE 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projeto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ganha uma URL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81527"/>
          </a:xfrm>
          <a:prstGeom prst="roundRect">
            <a:avLst>
              <a:gd name="adj" fmla="val 85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farol-torre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Databricks App (AppKit, React)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risco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lista com o score e a causa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Simulador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e se eu mover esta pessoa?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513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43119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Genie dentro do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dias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recuperados no PRJ-011 movendo a COL0017, com R$ 22,1 mil/mês de saldo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399881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03691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do workspace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60729" y="6387940"/>
            <a:ext cx="38374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12 DE 12 · NOITE 4 · QUINTA · ENGENHEIRO DE 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decisão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sai do WhatsApp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81527"/>
          </a:xfrm>
          <a:prstGeom prst="roundRect">
            <a:avLst>
              <a:gd name="adj" fmla="val 85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Lakebase (Postgres)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um banco de verdade dentro do Databricks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torre.decisoes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quem aprovou, quando e por quê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botão Aprovar / Recusar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no simulador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513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43119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tela Decisões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histórico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R$ 3,0 mi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valor no ano 1, contra R$ 0,4 mi de custo para construir e manter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399881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03691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dado vira decisão, e a decisão vira dado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58546" y="6387940"/>
            <a:ext cx="38601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Farol</dc:title>
  <dc:subject>PptxGenJS Presentation</dc:subject>
  <dc:creator>PptxGenJS</dc:creator>
  <cp:lastModifiedBy>PptxGenJS</cp:lastModifiedBy>
  <cp:revision>1</cp:revision>
  <dcterms:created xsi:type="dcterms:W3CDTF">2026-10-20T20:20:22Z</dcterms:created>
  <dcterms:modified xsi:type="dcterms:W3CDTF">2026-10-20T20:20:22Z</dcterms:modified>
</cp:coreProperties>
</file>